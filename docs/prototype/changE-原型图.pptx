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CHANGE · 界面原型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一个只属于你的训练记录本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89504"/>
            <a:ext cx="1280160" cy="32004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95"/>
              </a:spcBef>
              <a:spcAft>
                <a:spcPts val="195"/>
              </a:spcAft>
            </a:pPr>
            <a:r>
              <a:rPr sz="12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本地优先 · 断网也能完整使用</a:t>
            </a:r>
          </a:p>
          <a:p>
            <a:pPr algn="l">
              <a:spcBef>
                <a:spcPts val="195"/>
              </a:spcBef>
              <a:spcAft>
                <a:spcPts val="195"/>
              </a:spcAft>
            </a:pPr>
            <a:r>
              <a:rPr sz="12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876 个动作 · 871 条中文分步做法</a:t>
            </a:r>
          </a:p>
          <a:p>
            <a:pPr algn="l">
              <a:spcBef>
                <a:spcPts val="195"/>
              </a:spcBef>
              <a:spcAft>
                <a:spcPts val="195"/>
              </a:spcAft>
            </a:pPr>
            <a:r>
              <a:rPr sz="12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17 块肌群 · 按本周训练量着色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风格参考 LZheng0411/Lzheng-fitness 的 workbench-template。
七张界面是 HTML 一比一渲染的，不是手绘示意图。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116" y="1156716"/>
            <a:ext cx="6327648" cy="4078224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017d997b13f5fe73ccc7d3fb72351a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88720"/>
            <a:ext cx="6263640" cy="40142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32120" y="5303520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人体图 · 真实 SVG · 89 个区域 · 按本周组数着色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5806440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v0.1 · 2026-10-20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设计语言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为什么现在显得「素」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不是缺颜色，是缺层级与节奏：现在只有「底色 + 一条描边」，字重全是粗的，也没有编号与眉标。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280160" cy="32004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① 近单色 + 一个柠檬绿：层级靠发丝线和留白，不靠颜色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94560"/>
            <a:ext cx="512064" cy="292608"/>
          </a:xfrm>
          <a:prstGeom prst="roundRect">
            <a:avLst/>
          </a:prstGeom>
          <a:solidFill>
            <a:srgbClr val="0B0C0B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1854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--bg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34086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#0B0C0B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24027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页面底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28900"/>
            <a:ext cx="512064" cy="292608"/>
          </a:xfrm>
          <a:prstGeom prst="roundRect">
            <a:avLst/>
          </a:prstGeom>
          <a:solidFill>
            <a:srgbClr val="0E0F0E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6197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7520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#0E0F0E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6746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侧栏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63239"/>
            <a:ext cx="512064" cy="292608"/>
          </a:xfrm>
          <a:prstGeom prst="roundRect">
            <a:avLst/>
          </a:prstGeom>
          <a:solidFill>
            <a:srgbClr val="131413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30540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20954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#131413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10895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卡片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97579"/>
            <a:ext cx="512064" cy="292608"/>
          </a:xfrm>
          <a:prstGeom prst="roundRect">
            <a:avLst/>
          </a:prstGeom>
          <a:solidFill>
            <a:srgbClr val="1A1B19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34884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--raise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64388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#1A1B19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54329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卡内块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931920"/>
            <a:ext cx="512064" cy="292608"/>
          </a:xfrm>
          <a:prstGeom prst="roundRect">
            <a:avLst/>
          </a:prstGeom>
          <a:solidFill>
            <a:srgbClr val="232625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39227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07822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#232625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397763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1px 发丝线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366260"/>
            <a:ext cx="512064" cy="292608"/>
          </a:xfrm>
          <a:prstGeom prst="roundRect">
            <a:avLst/>
          </a:prstGeom>
          <a:solidFill>
            <a:srgbClr val="F2F2EF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9888" y="43571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51256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#F2F2EF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232" y="44119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正文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800600"/>
            <a:ext cx="512064" cy="292608"/>
          </a:xfrm>
          <a:prstGeom prst="roundRect">
            <a:avLst/>
          </a:prstGeom>
          <a:solidFill>
            <a:srgbClr val="7E827E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9888" y="47914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--muted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94690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#7E827E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4846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次要文字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234940"/>
            <a:ext cx="512064" cy="292608"/>
          </a:xfrm>
          <a:prstGeom prst="roundRect">
            <a:avLst/>
          </a:prstGeom>
          <a:solidFill>
            <a:srgbClr val="4B4F4B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52257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--faint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" y="5381244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#4B4F4B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28065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标注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5669279"/>
            <a:ext cx="512064" cy="292608"/>
          </a:xfrm>
          <a:prstGeom prst="roundRect">
            <a:avLst/>
          </a:prstGeom>
          <a:solidFill>
            <a:srgbClr val="D7FF3F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89888" y="56601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--accent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9888" y="5815583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#D7FF3F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571499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唯一强调色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6103619"/>
            <a:ext cx="512064" cy="292608"/>
          </a:xfrm>
          <a:prstGeom prst="roundRect">
            <a:avLst/>
          </a:prstGeom>
          <a:solidFill>
            <a:srgbClr val="F1F1EE"/>
          </a:solidFill>
          <a:ln w="12700">
            <a:solidFill>
              <a:srgbClr val="2B2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89888" y="6094475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2F2EF"/>
                </a:solidFill>
                <a:latin typeface="Consolas"/>
                <a:ea typeface="Consolas"/>
                <a:cs typeface="Consolas"/>
              </a:rPr>
              <a:t>--pill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9888" y="6249923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B4F4B"/>
                </a:solidFill>
                <a:latin typeface="Consolas"/>
                <a:ea typeface="Consolas"/>
                <a:cs typeface="Consolas"/>
              </a:rPr>
              <a:t>#F1F1EE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9232" y="614933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导航选中（反色）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1883664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189280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编号导航 + 小字母英文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231136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5"/>
              </a:spcBef>
              <a:spcAft>
                <a:spcPts val="15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01 今日 / TODAY。数字用等宽、英文 8px 字距 .15em，中文照常。选中项是反色浅底，不是加粗。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32841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3375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字重 500，不是 700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367588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5"/>
              </a:spcBef>
              <a:spcAft>
                <a:spcPts val="15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标题 650、数字 500。粗体让界面显得吵；轻一点、大一点、间距开一点，才有编辑感。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77316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47823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一个色只做一件事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5"/>
              </a:spcBef>
              <a:spcAft>
                <a:spcPts val="15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柠檬绿只表示「这是你的数」和「这里被选中」。其余一律用墨色与灰阶分级。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01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今日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一张卡回答「这周练够了吗」，另一张回答「今天吃够了吗」。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21ef82619e18336e52e63259ed525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17 格热力条 = 17 块肌群，红得越深本周练得越多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容量同时给「16 组」与「折合 42.5 组」两个口径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最近训练与本周小结共用一个卡，不留空白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首页现在只有一张 VolumePanel（17 行文字），热力条与小结条都还没有。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训练记录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选肌群 → 选动作 → 填组。点「看做法」开抽屉，不离开这一页。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375e00f068f569cd20b0a158a772f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抽屉里的分步做法用序号圆点，段数就是步骤数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已填的组在抽屉打开时原样保留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两个搜索链接可复制，不在应用里播视频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抽屉已经实现了。缺的是「上次成绩」提示与按使用频率排序。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人体图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训练均衡度仪表盘：哪块练多了、哪块漏了，一眼看出来。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0f1717827926cc3d65def256b42eab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正面 + 背面，89 个区域真实 SVG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点一块 → 右侧给该肌群的容量与动作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三种口径：本周组数 / 恢复中 / 长期未练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已经实现了。缺的是把 17 格热力条也用上（首页还没用），以及「恢复中」的加权口径。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进步曲线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同一个动作三条曲线分开画 —— 量纲不同，叠在一起会互相压平。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ca4d5cfefdf1a32269e613a4b02a3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估算 1RM / 最大重量 / 总吨位，各一张小图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每张带大数字与六周变化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只算 12 次以内的组，算不出的日子折线断开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三条曲线已经实现了。缺的是大数字与「六周变化」那句话。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身体数据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九项指标，每周记一两次就够。没记过显示「—」，不是 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4a2c933004e6accdefdc103a6fcd2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九张当前值卡 + 时间线，一屏看完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变化用 ▲▼ 与颜色，持平用「—」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录入只管「值 + 日期 + 备注」，单位按类型自动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当前值卡与时间线已经实现了。缺的是与「上一次」比较算出来的 ▲▼。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饮食记录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记个大概就行 —— 精度不是目标，可修正是。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39c984618b65475d36f70a34fa5546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今日总热量 + 三段宏量条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按餐次分组，没记的餐留一行「还没记」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数值是手工近似，界面里不假装权威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总量与餐次已经实现了。缺的是三段宏量条，以及「没记的那一餐」也要占一行。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界面原型 ·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75488"/>
            <a:ext cx="11259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智能体对话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509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说一句就记下来。写操作一律先给摘要，确认了才落库。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" y="1248156"/>
            <a:ext cx="8586216" cy="5522976"/>
          </a:xfrm>
          <a:prstGeom prst="round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444d59ec6fb2f02d5dad2cf27dcb78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8522208" cy="5458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13350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这一页在解决什么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609344"/>
            <a:ext cx="822960" cy="32004"/>
          </a:xfrm>
          <a:prstGeom prst="rect">
            <a:avLst/>
          </a:prstGeom>
          <a:solidFill>
            <a:srgbClr val="2B2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792224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48256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工具调用单独一张卡：准备写入 / 已写入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072384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确认前能看到每一行将写入什么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840480"/>
            <a:ext cx="329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FF3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9651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5"/>
              </a:spcBef>
              <a:spcAft>
                <a:spcPts val="145"/>
              </a:spcAft>
            </a:pPr>
            <a:r>
              <a:rPr sz="100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拍照与语音留了入口（下一阶段接）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956048"/>
            <a:ext cx="251460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50840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离这个原型还差什么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376672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这一页还没有（计划 5）。它是目标形态，不是现状。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这套语言怎么落地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不需要重写界面。三步，每步都能单独验、单独回退。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280160" cy="32004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56432" cy="1874519"/>
          </a:xfrm>
          <a:prstGeom prst="roundRect">
            <a:avLst/>
          </a:prstGeom>
          <a:solidFill>
            <a:srgbClr val="1314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456432" cy="41148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第一步 · 加层级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907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theme.css 补 --surface / --raised / --line-hi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所有卡片换成三级表面 + 顶部 1px 高光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不动布局，只换表面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456432" cy="1874519"/>
          </a:xfrm>
          <a:prstGeom prst="roundRect">
            <a:avLst/>
          </a:prstGeom>
          <a:solidFill>
            <a:srgbClr val="1314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3456432" cy="41148"/>
          </a:xfrm>
          <a:prstGeom prst="rect">
            <a:avLst/>
          </a:prstGeom>
          <a:solidFill>
            <a:srgbClr val="D7F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139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第二步 · 让数字变大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542032"/>
            <a:ext cx="2907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抽一个 &lt;Stat&gt;：46pt 等宽数字 + 15pt 单位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首页的容量、饮食的热量先换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改变「一眼先看到什么」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456432" cy="1874519"/>
          </a:xfrm>
          <a:prstGeom prst="roundRect">
            <a:avLst/>
          </a:prstGeom>
          <a:solidFill>
            <a:srgbClr val="1314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56432" cy="41148"/>
          </a:xfrm>
          <a:prstGeom prst="rect">
            <a:avLst/>
          </a:prstGeom>
          <a:solidFill>
            <a:srgbClr val="9A9D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39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第三步 · 加微型图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42032"/>
            <a:ext cx="2907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17 格热力条（数据已在 /api/volume/weekly）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三段宏量条、sparkline</a:t>
            </a:r>
          </a:p>
          <a:p>
            <a:pPr algn="l">
              <a:spcBef>
                <a:spcPts val="185"/>
              </a:spcBef>
              <a:spcAft>
                <a:spcPts val="185"/>
              </a:spcAft>
            </a:pPr>
            <a:r>
              <a:rPr sz="1050" b="0">
                <a:solidFill>
                  <a:srgbClr val="7E827E"/>
                </a:solidFill>
                <a:latin typeface="Microsoft YaHei"/>
                <a:ea typeface="Consolas"/>
                <a:cs typeface="Consolas"/>
              </a:rPr>
              <a:t>· 每加一张图都要有对应空态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每步怎么验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15968"/>
            <a:ext cx="10698480" cy="32004"/>
          </a:xfrm>
          <a:prstGeom prst="rect">
            <a:avLst/>
          </a:prstGeom>
          <a:solidFill>
            <a:srgbClr val="2326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32004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7FF3F"/>
                </a:solidFill>
                <a:latin typeface="Microsoft YaHei"/>
                <a:ea typeface="Consolas"/>
                <a:cs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"/>
              </a:spcBef>
              <a:spcAft>
                <a:spcPts val="160"/>
              </a:spcAft>
            </a:pPr>
            <a:r>
              <a:rPr sz="105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打开今日页，卡片之间能看出层级差；改动里 grep 不到新的 #hex 字面量。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80560"/>
            <a:ext cx="32004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7FF3F"/>
                </a:solidFill>
                <a:latin typeface="Microsoft YaHei"/>
                <a:ea typeface="Consolas"/>
                <a:cs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"/>
              </a:spcBef>
              <a:spcAft>
                <a:spcPts val="160"/>
              </a:spcAft>
            </a:pPr>
            <a:r>
              <a:rPr sz="105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首页第一眼看到的是数字而不是标题；远看仍读得出「16 组」。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80560"/>
            <a:ext cx="32004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9D8E"/>
                </a:solidFill>
                <a:latin typeface="Microsoft YaHei"/>
                <a:ea typeface="Consolas"/>
                <a:cs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"/>
              </a:spcBef>
              <a:spcAft>
                <a:spcPts val="160"/>
              </a:spcAft>
            </a:pPr>
            <a:r>
              <a:rPr sz="105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录一次训练后热力条有颜色；0 组时是灰的，而不是从图上消失。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59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EF"/>
                </a:solidFill>
                <a:latin typeface="Microsoft YaHei"/>
                <a:ea typeface="Consolas"/>
                <a:cs typeface="Consolas"/>
              </a:rPr>
              <a:t>七张界面里五张已经能在这个 exe 里点到；人体图的着色要先录一次训练才看得见。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6188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00" b="0">
                <a:solidFill>
                  <a:srgbClr val="4B4F4B"/>
                </a:solidFill>
                <a:latin typeface="Microsoft YaHei"/>
                <a:ea typeface="Consolas"/>
                <a:cs typeface="Consolas"/>
              </a:rPr>
              <a:t>本 deck 的 7 张界面是 HTML 一比一渲染（真实 SVG、真实排版），不是手绘示意图；幻灯片自身的文字与色板是 PPT 原生对象。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