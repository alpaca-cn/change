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60336" cy="32004"/>
          </a:xfrm>
          <a:prstGeom prst="rect">
            <a:avLst/>
          </a:prstGeom>
          <a:solidFill>
            <a:srgbClr val="B58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132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CHANGE · 界面原型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4754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一个只属于你的训练记录本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89504"/>
            <a:ext cx="1280160" cy="32004"/>
          </a:xfrm>
          <a:prstGeom prst="rect">
            <a:avLst/>
          </a:prstGeom>
          <a:solidFill>
            <a:srgbClr val="B58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1455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本地优先 · 断网也能完整使用</a:t>
            </a:r>
          </a:p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876 个动作 · 871 条中文分步做法</a:t>
            </a:r>
          </a:p>
          <a:p>
            <a:pPr algn="l">
              <a:spcBef>
                <a:spcPts val="195"/>
              </a:spcBef>
              <a:spcAft>
                <a:spcPts val="195"/>
              </a:spcAft>
            </a:pPr>
            <a:r>
              <a:rPr sz="12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17 块肌群 · 按本周训练量着色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风格参考 LZheng0411/Lzheng-fitness 的 workbench-template。</a:t>
            </a:r>
          </a:p>
        </p:txBody>
      </p:sp>
      <p:pic>
        <p:nvPicPr>
          <p:cNvPr id="10" name="Picture 9" descr="b3ee4ba0b522a67049fb2643dc4c3a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6" y="0"/>
            <a:ext cx="4928616" cy="6858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484632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背景不再用纯黑 —— 改成暖米白，深色只留在一块 hero 里。
人物图与油画来自你自己的素材。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v0.2 · 2026-10-21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DESIGN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9115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从压抑到稳重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3502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上一版全黑，看着压抑。这一版换成暖米白：深色只留一块 hero，其余靠发丝线与留白分层。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00784"/>
            <a:ext cx="1280160" cy="32004"/>
          </a:xfrm>
          <a:prstGeom prst="rect">
            <a:avLst/>
          </a:prstGeom>
          <a:solidFill>
            <a:srgbClr val="B58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① 暖米白打底，深色只留一块 hero，墨色分层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21408"/>
            <a:ext cx="493776" cy="274320"/>
          </a:xfrm>
          <a:prstGeom prst="roundRect">
            <a:avLst/>
          </a:prstGeom>
          <a:solidFill>
            <a:srgbClr val="F4F2ED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112264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--bg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58568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#F4F2ED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2157984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页面底（暖米白）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519172"/>
            <a:ext cx="493776" cy="274320"/>
          </a:xfrm>
          <a:prstGeom prst="roundRect">
            <a:avLst/>
          </a:prstGeom>
          <a:solidFill>
            <a:srgbClr val="EFECE3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2510028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656332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#EFECE3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0944" y="2555748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侧栏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916936"/>
            <a:ext cx="493776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907792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054096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#FFFFFF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2953512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卡片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314700"/>
            <a:ext cx="493776" cy="274320"/>
          </a:xfrm>
          <a:prstGeom prst="roundRect">
            <a:avLst/>
          </a:prstGeom>
          <a:solidFill>
            <a:srgbClr val="F8F6F0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3305556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--raise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451860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#F8F6F0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80944" y="3351276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卡内块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12463"/>
            <a:ext cx="493776" cy="274320"/>
          </a:xfrm>
          <a:prstGeom prst="roundRect">
            <a:avLst/>
          </a:prstGeom>
          <a:solidFill>
            <a:srgbClr val="E3DFD5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3703320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849624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#E3DFD5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0944" y="3749039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1px 发丝线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110227"/>
            <a:ext cx="493776" cy="2743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4101083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247388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#1A1A1A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80944" y="4146803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正文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07992"/>
            <a:ext cx="493776" cy="274320"/>
          </a:xfrm>
          <a:prstGeom prst="roundRect">
            <a:avLst/>
          </a:prstGeom>
          <a:solidFill>
            <a:srgbClr val="6B6559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4498848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--muted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645152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#6B6559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0944" y="4544568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次要文字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" y="4905756"/>
            <a:ext cx="493776" cy="274320"/>
          </a:xfrm>
          <a:prstGeom prst="roundRect">
            <a:avLst/>
          </a:prstGeom>
          <a:solidFill>
            <a:srgbClr val="9C968A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4896612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--faint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5042916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#9C968A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80944" y="4942332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标注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8" y="5303520"/>
            <a:ext cx="493776" cy="274320"/>
          </a:xfrm>
          <a:prstGeom prst="roundRect">
            <a:avLst/>
          </a:prstGeom>
          <a:solidFill>
            <a:srgbClr val="B5893A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294376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--accent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440680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#B5893A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0944" y="5340096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黄铜：数据与选中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5701283"/>
            <a:ext cx="493776" cy="274320"/>
          </a:xfrm>
          <a:prstGeom prst="roundRect">
            <a:avLst/>
          </a:prstGeom>
          <a:solidFill>
            <a:srgbClr val="161412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5692140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--pill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5838444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#161412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80944" y="5737859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导航选中（反色深底）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9808" y="6099048"/>
            <a:ext cx="493776" cy="274320"/>
          </a:xfrm>
          <a:prstGeom prst="roundRect">
            <a:avLst/>
          </a:prstGeom>
          <a:solidFill>
            <a:srgbClr val="161412"/>
          </a:solidFill>
          <a:ln w="12700">
            <a:solidFill>
              <a:srgbClr val="CFC9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0" y="6089904"/>
            <a:ext cx="173736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--hero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0" y="6236208"/>
            <a:ext cx="17373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9C968A"/>
                </a:solidFill>
                <a:latin typeface="Consolas"/>
                <a:ea typeface="Consolas"/>
                <a:cs typeface="Consolas"/>
              </a:rPr>
              <a:t>#161412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0944" y="6135624"/>
            <a:ext cx="246888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深色 hero 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184708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40880" y="1856231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先解决「压抑」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219456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5"/>
              </a:spcBef>
              <a:spcAft>
                <a:spcPts val="15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纯黑 + 高饱和红会让界面像监控室。换成暖米白，文字用墨色，深色只保留一块 hero 用来压住画面。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29184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33009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编号导航 + 小字母英文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3639312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5"/>
              </a:spcBef>
              <a:spcAft>
                <a:spcPts val="15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01 今日 / TODAY。选中项是反色深底药丸，不是加粗；左边一条黄铜竖条。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80" y="473659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0880" y="474573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一个色只做一件事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5084064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5"/>
              </a:spcBef>
              <a:spcAft>
                <a:spcPts val="15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黄铜只表示「这是你的数」和「这里被选中」。其余用墨色与暖灰分级。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01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今日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一张卡回答「这周练够了吗」，另一张回答「今天吃够了吗」。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21ef82619e18336e52e63259ed525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17 格热力条 = 17 块肌群，红得越深本周练得越多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容量同时给「16 组」与「折合 42.5 组」两个口径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最近训练与本周小结共用一个卡，不留空白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首页现在只有一张 VolumePanel（17 行文字），热力条与小结条都还没有。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02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训练记录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选肌群 → 选动作 → 填组。点「看做法」开抽屉，不离开这一页。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375e00f068f569cd20b0a158a772f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抽屉里的分步做法用序号圆点，段数就是步骤数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已填的组在抽屉打开时原样保留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两个搜索链接可复制，不在应用里播视频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抽屉已经实现了。缺的是「上次成绩」提示与按使用频率排序。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03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人体图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训练均衡度仪表盘：哪块练多了、哪块漏了，一眼看出来。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0f1717827926cc3d65def256b42eab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正面 + 背面，89 个区域真实 SVG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点一块 → 右侧给该肌群的容量与动作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三种口径：本周组数 / 恢复中 / 长期未练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已经实现了。缺的是把 17 格热力条也用上（首页还没用），以及「恢复中」的加权口径。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04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进步曲线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同一个动作三条曲线分开画 —— 量纲不同，叠在一起会互相压平。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ca4d5cfefdf1a32269e613a4b02a3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估算 1RM / 最大重量 / 总吨位，各一张小图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每张带大数字与六周变化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只算 12 次以内的组，算不出的日子折线断开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三条曲线已经实现了。缺的是大数字与「六周变化」那句话。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05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身体数据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九项指标，每周记一两次就够。没记过显示「—」，不是 0。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4a2c933004e6accdefdc103a6fcd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九张当前值卡 + 时间线，一屏看完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变化用 ▲▼ 与颜色，持平用「—」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录入只管「值 + 日期 + 备注」，单位按类型自动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当前值卡与时间线已经实现了。缺的是与「上一次」比较算出来的 ▲▼。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06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饮食记录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记个大概就行 —— 精度不是目标，可修正是。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39c984618b65475d36f70a34fa5546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今日总热量 + 三段宏量条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按餐次分组，没记的餐留一行「还没记」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数值是手工近似，界面里不假装权威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总量与餐次已经实现了。缺的是三段宏量条，以及「没记的那一餐」也要占一行。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56032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界面原型 · 07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75488"/>
            <a:ext cx="112590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智能体对话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50976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说一句就记下来。写操作一律先给摘要，确认了才落库。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" y="1248156"/>
            <a:ext cx="8586216" cy="5522976"/>
          </a:xfrm>
          <a:prstGeom prst="round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444d59ec6fb2f02d5dad2cf27dcb7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280160"/>
            <a:ext cx="8522208" cy="54589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13350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这一页在解决什么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609344"/>
            <a:ext cx="822960" cy="32004"/>
          </a:xfrm>
          <a:prstGeom prst="rect">
            <a:avLst/>
          </a:prstGeom>
          <a:solidFill>
            <a:srgbClr val="CFC9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92224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048256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工具调用单独一张卡：准备写入 / 已写入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2816352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072384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确认前能看到每一行将写入什么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3840480"/>
            <a:ext cx="3291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5893A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096512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45"/>
              </a:spcBef>
              <a:spcAft>
                <a:spcPts val="145"/>
              </a:spcAft>
            </a:pPr>
            <a:r>
              <a:rPr sz="100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拍照与语音留了入口（下一阶段接）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4956048"/>
            <a:ext cx="251460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508406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离这个原型还差什么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376672"/>
            <a:ext cx="2514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这一页还没有（计划 5）。它是目标形态，不是现状。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3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86384"/>
            <a:ext cx="109115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这套语言怎么落地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35024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不需要重写界面。三步，每步都能单独验、单独回退。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00784"/>
            <a:ext cx="1280160" cy="32004"/>
          </a:xfrm>
          <a:prstGeom prst="rect">
            <a:avLst/>
          </a:prstGeom>
          <a:solidFill>
            <a:srgbClr val="B58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345643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20240"/>
            <a:ext cx="3456432" cy="41148"/>
          </a:xfrm>
          <a:prstGeom prst="rect">
            <a:avLst/>
          </a:prstGeom>
          <a:solidFill>
            <a:srgbClr val="B58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第一步 · 加层级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theme.css 补 --surface / --raised / --line-hi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所有卡片换成三级表面 + 顶部 1px 高光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不动布局，只换表面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45643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456432" cy="41148"/>
          </a:xfrm>
          <a:prstGeom prst="rect">
            <a:avLst/>
          </a:prstGeom>
          <a:solidFill>
            <a:srgbClr val="6C8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第二步 · 让数字变大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抽一个 &lt;Stat&gt;：46pt 等宽数字 + 15pt 单位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首页的容量、饮食的热量先换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改变「一眼先看到什么」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456432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3456432" cy="41148"/>
          </a:xfrm>
          <a:prstGeom prst="rect">
            <a:avLst/>
          </a:prstGeom>
          <a:solidFill>
            <a:srgbClr val="A879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3969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第三步 · 加微型图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42032"/>
            <a:ext cx="29077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17 格热力条（数据已在 /api/volume/weekly）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三段宏量条、sparkline</a:t>
            </a:r>
          </a:p>
          <a:p>
            <a:pPr algn="l">
              <a:spcBef>
                <a:spcPts val="185"/>
              </a:spcBef>
              <a:spcAft>
                <a:spcPts val="185"/>
              </a:spcAft>
            </a:pPr>
            <a:r>
              <a:rPr sz="1050" b="0">
                <a:solidFill>
                  <a:srgbClr val="6B6559"/>
                </a:solidFill>
                <a:latin typeface="Microsoft YaHei"/>
                <a:ea typeface="Consolas"/>
                <a:cs typeface="Consolas"/>
              </a:rPr>
              <a:t>· 每加一张图都要有对应空态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4164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每步怎么验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315968"/>
            <a:ext cx="10698480" cy="32004"/>
          </a:xfrm>
          <a:prstGeom prst="rect">
            <a:avLst/>
          </a:prstGeom>
          <a:solidFill>
            <a:srgbClr val="E3D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5893A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打开今日页，卡片之间能看出层级差；改动里 grep 不到新的 #hex 字面量。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8A4A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首页第一眼看到的是数字而不是标题；远看仍读得出「16 组」。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480560"/>
            <a:ext cx="3200400" cy="45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8792C"/>
                </a:solidFill>
                <a:latin typeface="Microsoft YaHei"/>
                <a:ea typeface="Consolas"/>
                <a:cs typeface="Consola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480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60"/>
              </a:spcBef>
              <a:spcAft>
                <a:spcPts val="160"/>
              </a:spcAft>
            </a:pPr>
            <a:r>
              <a:rPr sz="105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录一次训练后热力条有颜色；0 组时是灰的，而不是从图上消失。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5955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Microsoft YaHei"/>
                <a:ea typeface="Consolas"/>
                <a:cs typeface="Consolas"/>
              </a:rPr>
              <a:t>七张界面里五张已经能在这个 exe 里点到；人体图的着色要先录一次训练才看得见。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6188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sz="900" b="0">
                <a:solidFill>
                  <a:srgbClr val="9C968A"/>
                </a:solidFill>
                <a:latin typeface="Microsoft YaHei"/>
                <a:ea typeface="Consolas"/>
                <a:cs typeface="Consolas"/>
              </a:rPr>
              <a:t>本 deck 的 7 张界面是 HTML 一比一渲染（真实 SVG、真实排版），不是手绘示意图；幻灯片自身的文字与色板是 PPT 原生对象。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559"/>
                </a:solidFill>
                <a:latin typeface="Consolas"/>
                <a:ea typeface="Consolas"/>
                <a:cs typeface="Consolas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